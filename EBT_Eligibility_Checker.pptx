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0"/>
    <p:restoredTop sz="94610"/>
  </p:normalViewPr>
  <p:slideViewPr>
    <p:cSldViewPr snapToGrid="0" snapToObjects="1">
      <p:cViewPr varScale="1">
        <p:scale>
          <a:sx n="189" d="100"/>
          <a:sy n="189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79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EBT Eligibility Checker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Instantly verify if products qualify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SNAP/EBT benefits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3832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52044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0" y="3383280"/>
            <a:ext cx="731520" cy="73152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52044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0" y="3383280"/>
            <a:ext cx="731520" cy="73152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520440"/>
            <a:ext cx="457200" cy="457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158750" y="452872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Powered by AI  |  Based on USDA 7 CFR 271.2  |  Open Source</a:t>
            </a:r>
            <a:endParaRPr lang="en-US" sz="1200" dirty="0"/>
          </a:p>
        </p:txBody>
      </p:sp>
      <p:pic>
        <p:nvPicPr>
          <p:cNvPr id="14" name="Picture 13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F893A105-958D-62BB-2F1C-2D70BECE27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4350" y="4554122"/>
            <a:ext cx="21209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never know if I can use my EBT card for this..."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91440" cy="658368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3794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Complex Rules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2039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 eligibility rules are confusing and hard to understand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441448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2441448"/>
            <a:ext cx="91440" cy="658368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877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532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Unclear Distinctions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80160" y="2788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 vs cold food, supplements vs vitamins - what's eligible?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191256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3191256"/>
            <a:ext cx="91440" cy="658368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375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2826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Checkout Embarrassment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280160" y="3538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Items rejected at checkout cause stress and delays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941064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57200" y="3941064"/>
            <a:ext cx="91440" cy="658368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8736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40325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Outdated Guides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280160" y="42885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guides are incomplete and quickly become outdated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8E6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457200" y="4782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 million Americans rely on SNAP benefits — they deserve a better experience</a:t>
            </a:r>
            <a:endParaRPr lang="en-US" sz="1200" dirty="0"/>
          </a:p>
        </p:txBody>
      </p:sp>
      <p:pic>
        <p:nvPicPr>
          <p:cNvPr id="27" name="Picture 26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B606B9B7-F264-3858-8FF6-ADAF84F1CA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7368" y="143385"/>
            <a:ext cx="1661583" cy="3183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Search. Check. Shop with confidence.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60020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 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any product by name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651760" cy="73152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51960" y="1600200"/>
            <a:ext cx="731520" cy="73152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Instant Results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2606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One-click eligibility check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41732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26480" y="1417320"/>
            <a:ext cx="2651760" cy="73152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086600" y="1600200"/>
            <a:ext cx="731520" cy="73152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7373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Verdicts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26480" y="2606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ELIGIBLE / NOT ELIGIBLE with reasoning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01752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57200" y="3017520"/>
            <a:ext cx="265176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417320" y="320040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33375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5720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Batch Checking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57200" y="4206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multiple items to check your whole list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91840" y="301752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291840" y="3017520"/>
            <a:ext cx="2651760" cy="73152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251960" y="3200400"/>
            <a:ext cx="731520" cy="73152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33756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29184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Breakdown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291840" y="4206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EBT covers vs You pay amounts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126480" y="3017520"/>
            <a:ext cx="265176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126480" y="3017520"/>
            <a:ext cx="2651760" cy="73152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7086600" y="3200400"/>
            <a:ext cx="731520" cy="73152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3337560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12648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Built-in Guide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126480" y="4206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 rules always accessible</a:t>
            </a:r>
            <a:endParaRPr lang="en-US" sz="1000" dirty="0"/>
          </a:p>
        </p:txBody>
      </p:sp>
      <p:pic>
        <p:nvPicPr>
          <p:cNvPr id="40" name="Picture 39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A2FFEAD9-2D31-2926-2454-14C4B17A81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7368" y="143385"/>
            <a:ext cx="1661583" cy="3183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We Built It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365760" cy="36576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(Python)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40233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2377440"/>
            <a:ext cx="365760" cy="36576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231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9728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+ SQLite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40233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632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971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AI: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97280" y="3200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 Cloud (ministral-3:3b)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566160"/>
            <a:ext cx="40233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94360" y="3657600"/>
            <a:ext cx="365760" cy="36576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0332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Deployed: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097280" y="3840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Cloud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UX Iterations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4663440" y="1645920"/>
            <a:ext cx="40233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663440" y="1645920"/>
            <a:ext cx="73152" cy="43891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84632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v1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3492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Two-step check flow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663440" y="2148840"/>
            <a:ext cx="40233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4663440" y="2148840"/>
            <a:ext cx="73152" cy="438912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84632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v2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34924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One-click direct eligibility check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663440" y="2651760"/>
            <a:ext cx="40233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4663440" y="2651760"/>
            <a:ext cx="73152" cy="438912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84632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v3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3492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Added saved list for batch checking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663440" y="3154680"/>
            <a:ext cx="40233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4663440" y="3154680"/>
            <a:ext cx="73152" cy="43891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484632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v4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534924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breakdown (EBT vs You Pay)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4663440" y="3657600"/>
            <a:ext cx="40233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4663440" y="3657600"/>
            <a:ext cx="73152" cy="438912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4846320" y="3749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v5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53492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Collapsible docs panel, faster model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457200" y="4297680"/>
            <a:ext cx="91440" cy="50292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731520" y="44074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iteration focused on reducing friction and saving user time</a:t>
            </a:r>
            <a:endParaRPr lang="en-US" sz="1300" dirty="0"/>
          </a:p>
        </p:txBody>
      </p:sp>
      <p:pic>
        <p:nvPicPr>
          <p:cNvPr id="49" name="Picture 48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34F1E15D-8990-D94E-AACA-2DBDD1FB04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7368" y="143385"/>
            <a:ext cx="1661583" cy="318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 It Now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6400800" cy="914400"/>
          </a:xfrm>
          <a:prstGeom prst="round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htcinc-classify-ebt.streamlit.app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91640" y="32004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3291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860799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77640" y="3200400"/>
            <a:ext cx="640080" cy="64008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291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3860799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Signup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63640" y="3200400"/>
            <a:ext cx="640080" cy="64008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91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3860799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on Mobile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0" y="43434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9184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github.com/asklokesh/ebt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Star the repo. Fork it. Help more families shop smarter.</a:t>
            </a:r>
            <a:endParaRPr lang="en-US" sz="1200" dirty="0"/>
          </a:p>
        </p:txBody>
      </p:sp>
      <p:pic>
        <p:nvPicPr>
          <p:cNvPr id="19" name="Picture 18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902134E-3781-5FC3-20DF-035605B1ED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1560" y="4595686"/>
            <a:ext cx="1661583" cy="3183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267</Words>
  <Application>Microsoft Macintosh PowerPoint</Application>
  <PresentationFormat>On-screen Show (16:9)</PresentationFormat>
  <Paragraphs>63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Consolas</vt:lpstr>
      <vt:lpstr>Georgia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EBT Eligibility Checker</dc:title>
  <dc:subject>Instantly verify if products qualify for SNAP/EBT benefits</dc:subject>
  <dc:creator>Lokesh Mure</dc:creator>
  <cp:lastModifiedBy>Lokesh Mure</cp:lastModifiedBy>
  <cp:revision>2</cp:revision>
  <dcterms:created xsi:type="dcterms:W3CDTF">2026-01-27T19:04:28Z</dcterms:created>
  <dcterms:modified xsi:type="dcterms:W3CDTF">2026-01-27T20:34:42Z</dcterms:modified>
</cp:coreProperties>
</file>